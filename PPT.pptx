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38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894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IoT-Based Pet Health Monitoring and GPS Tracking System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904357"/>
            <a:ext cx="374303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879" y="3961011"/>
            <a:ext cx="41258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LOCATION AND ACTIVITY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440412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continuous monitoring of pet health, location, and activity through wearable IoT devices and cloud connectivity.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EA28E-6522-D339-848C-61D92E190B69}"/>
              </a:ext>
            </a:extLst>
          </p:cNvPr>
          <p:cNvSpPr txBox="1"/>
          <p:nvPr/>
        </p:nvSpPr>
        <p:spPr>
          <a:xfrm>
            <a:off x="0" y="6211669"/>
            <a:ext cx="2555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VANTAKU RAMAKRISHNA</a:t>
            </a:r>
            <a:br>
              <a:rPr lang="en-IN" dirty="0"/>
            </a:br>
            <a:r>
              <a:rPr lang="en-IN" dirty="0"/>
              <a:t>323129520129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179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01068"/>
            <a:ext cx="2957538" cy="1411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072" y="1576586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Gap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5072" y="1950740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monitoring pet health and activity continuously throughout the day.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42530"/>
            <a:ext cx="2957538" cy="1411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72" y="3118048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Tracking Challenges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5072" y="3492202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tracking pets when outdoors or left unattended in open environments.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483993"/>
            <a:ext cx="2957538" cy="1411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5072" y="4659511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Limited Information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5072" y="5033665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tracking methods provide limited health and behavioral information.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9032" y="1401068"/>
            <a:ext cx="2957538" cy="165645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30744" y="1576586"/>
            <a:ext cx="2530312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 Continuous Health Data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830744" y="2195314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Lack of continuous health and activity monitoring leaves owners uninformed.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3187105"/>
            <a:ext cx="2957538" cy="141188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830744" y="3362623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Need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830744" y="3736777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Growing need for real-time location tracking and health monitoring solutions.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4728567"/>
            <a:ext cx="2957538" cy="141188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30744" y="4904085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Safety &amp; Well-Being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8830744" y="5278239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Ensuring pet safety and well-being requires proactive, data-driven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IoT Device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Integrated with multiple sensors in a compact, pet-worn form factor for seamless continuous monitoring.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GPS Tracking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geographical location tracking providing accurate, up-to-the-minute pet location data.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&amp; Activity Monitoring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of movement, activity levels, and key health parameters around the clock.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Cloud-Based Platform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cloud platform with a secure, user-friendly interface for remote pet monitoring.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65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pet location in real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pet activity and movement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important health parameters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 remote monitoring capabilities for pet owners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618719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unusual situations and anomalies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alerts and notifications automatically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animal safety and well-being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smart pet care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615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7122"/>
            <a:ext cx="6951191" cy="3939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3254" y="1230114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076105" y="1362968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Module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76105" y="166389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Tracks geographical location of the pet in real time.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43254" y="207119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076105" y="220404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76105" y="2504976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movement and activity levels continuously.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43254" y="2912269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076105" y="3045123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Heart Rate Sensor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76105" y="3346053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cardiac health and heart rate.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43254" y="3753346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076105" y="3886200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76105" y="4187130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body temperature in real time.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43254" y="4594423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8076105" y="4727277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76105" y="502820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Transmits collected sensor data wirelessly.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43254" y="543550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76105" y="556835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76105" y="5869285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centralized data access and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Sensors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Location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On Pet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operates as a continuous closed loop — from data collection at the wearable device through cloud processing to real-time alerts — ensuring pet owners are always informed and ready to respond.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59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Dashboard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0055"/>
            <a:ext cx="5371966" cy="1324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335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4012" y="2004219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Live Location Map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4012" y="2318941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Pet location displayed on an interactive, real-time map interface.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1390055"/>
            <a:ext cx="5372065" cy="1324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2016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30692" y="2004219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Metrics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30692" y="2318941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 activity levels and movement metrics updated continuously.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38847"/>
            <a:ext cx="5371966" cy="15467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335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34012" y="3453011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Statistics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4012" y="3767733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Vital signs and health statistics presented in a clear visual format.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8155" y="2838847"/>
            <a:ext cx="5372065" cy="15467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52016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330692" y="3453011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Movement History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30692" y="3767733"/>
            <a:ext cx="502699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Historical activity trends and movement playback for behavioral analysis.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10286"/>
            <a:ext cx="5371966" cy="13240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55335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34012" y="5124450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Geofencing Alerts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4012" y="5439172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alerts when the pet leaves designated safe zones.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4510286"/>
            <a:ext cx="5372065" cy="13240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52016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330692" y="5124450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Emergency Notifications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330692" y="5439172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health event notifications sent immediately to the owner.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61475" y="5974655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dashboard enables pet owners to remotely monitor their pets and respond quickly to unusual situations.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Location, Activity and Emergency Monitoring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08995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three integrated monitoring functions work together to provide comprehensive pet oversight: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1058" y="3072209"/>
            <a:ext cx="5315512" cy="931863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GPS location tracking with map visualization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Activity and movement analysis with pattern recognition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Health parameter monitoring for vital signs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Movement history tracking and playback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Geofencing alerts when pet leaves safe zones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Emergency notifications for critical health events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Remote monitoring by pet owners from any location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4060527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4138612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412998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functions help identify unusual situations and improve pet safety and well-being.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Safety: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Continuous location and health tracking for enhanced animal security.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Remote Monitoring: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Monitor pets from anywhere with real-time geofencing and alerts.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Response: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Automatic notifications enable quicker reaction to unusual situations.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Pet Care: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Better understanding of activity patterns for enhanced care management.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332776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 Applications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331442"/>
            <a:ext cx="2507394" cy="9749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217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Owners &amp; Households</a:t>
            </a:r>
            <a:endParaRPr lang="en-US" sz="1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331442"/>
            <a:ext cx="2507394" cy="9749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181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Veterinary Hospitals &amp; Clinics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495377"/>
            <a:ext cx="2507394" cy="127019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217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Animal Shelters &amp; Rescue Orgs</a:t>
            </a:r>
            <a:endParaRPr lang="en-US" sz="18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3495377"/>
            <a:ext cx="2507394" cy="127019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2181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Livestock Farms &amp; Agriculture</a:t>
            </a:r>
            <a:endParaRPr lang="en-US" sz="18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954588"/>
            <a:ext cx="5203794" cy="67964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521783" y="5143599"/>
            <a:ext cx="482578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Care Organizations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118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1178193" y="1351756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Integrated Technology 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78193" y="169703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wearable IoT technology, GPS, activity sensors, health sensors, IoT communication, and cloud connectivity into a unified system.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78193" y="2787452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Comprehensive Monitoring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8193" y="3132733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continuous monitoring of pet location, activity, and health status with a centralized dashboard for live data, history, geofencing, and emergency alerts.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8193" y="4223147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Enhanced Safety &amp; Well-Being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8193" y="456842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pet owners to monitor remotely and respond quickly — improving animal safety, health tracking, and smart pet care management.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9516" y="5638006"/>
            <a:ext cx="604881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IoT technology to provide intelligent, continuous, and remote pet monitoring for enhanced safety and well-being.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5475288"/>
            <a:ext cx="19050" cy="821531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Bold</vt:lpstr>
      <vt:lpstr>DM Sans SemiBold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2026-08-20T04:56:57Z</dcterms:created>
  <dcterms:modified xsi:type="dcterms:W3CDTF">2026-10-02T17:36:48Z</dcterms:modified>
</cp:coreProperties>
</file>